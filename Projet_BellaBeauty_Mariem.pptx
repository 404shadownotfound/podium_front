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90" y="7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784" y="1161161"/>
            <a:ext cx="7772400" cy="1470025"/>
          </a:xfrm>
        </p:spPr>
        <p:txBody>
          <a:bodyPr/>
          <a:lstStyle/>
          <a:p>
            <a:r>
              <a:rPr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r>
              <a:rPr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Boutique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Beauté</a:t>
            </a:r>
            <a:endParaRPr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584" y="3273552"/>
            <a:ext cx="6400800" cy="1752600"/>
          </a:xfrm>
        </p:spPr>
        <p:txBody>
          <a:bodyPr/>
          <a:lstStyle/>
          <a:p>
            <a:r>
              <a:rPr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Réalisé</a:t>
            </a:r>
            <a:r>
              <a:rPr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par : </a:t>
            </a:r>
            <a:r>
              <a:rPr lang="fr-FR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i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khalfeoui</a:t>
            </a:r>
            <a:r>
              <a:rPr lang="fr-FR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Mariem</a:t>
            </a:r>
            <a:endParaRPr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M1 </a:t>
            </a:r>
            <a:r>
              <a:rPr lang="fr-FR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_G2</a:t>
            </a:r>
            <a:endParaRPr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Année</a:t>
            </a:r>
            <a:r>
              <a:rPr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universitaire</a:t>
            </a:r>
            <a:r>
              <a:rPr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projet</a:t>
            </a: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BellaBeauty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mini-site e-commerce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fictif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consacré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beauté</a:t>
            </a: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Il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permet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présenter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articles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des crèmes,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huiles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masques pour la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peau</a:t>
            </a: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créer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plateforme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attrayante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fonctionnelle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apprendre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conception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u="sng" dirty="0">
                <a:solidFill>
                  <a:schemeClr val="accent1"/>
                </a:solidFill>
              </a:rPr>
              <a:t> du </a:t>
            </a:r>
            <a:r>
              <a:rPr u="sng" dirty="0" err="1">
                <a:solidFill>
                  <a:schemeClr val="accent1"/>
                </a:solidFill>
              </a:rPr>
              <a:t>projet</a:t>
            </a:r>
            <a:endParaRPr u="sng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Concevoir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utilisateur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esthétique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Structurer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boutique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HTML et CSS.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Mettre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Préparer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pour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ajouter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</a:t>
            </a:r>
            <a:r>
              <a:rPr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utilisées</a:t>
            </a:r>
            <a:endParaRPr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5980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structure du site (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titres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sections, boutons...)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couleurs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responsive.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un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formulaire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interactif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  <a:r>
              <a:rPr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navigateur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pour les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7848" cy="4608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site </a:t>
            </a:r>
            <a:r>
              <a:rPr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Bella Beauty </a:t>
            </a:r>
            <a:r>
              <a:rPr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contient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d’accueil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bannière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un slogan.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 boutique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présentant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plusieurs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contact pour les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 pied de page (footer) avec les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et </a:t>
            </a:r>
            <a:r>
              <a:rPr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esthétique</a:t>
            </a:r>
            <a:endParaRPr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76" y="191109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Couleurs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rose pastel et blanc.</a:t>
            </a:r>
          </a:p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Polices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lisibles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par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ombres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légères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Bannière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d’accueil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inspirante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image de fond.</a:t>
            </a:r>
          </a:p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Style simple,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épuré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harmonieux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</a:t>
            </a:r>
            <a:r>
              <a:rPr u="sng" dirty="0">
                <a:solidFill>
                  <a:schemeClr val="accent1"/>
                </a:solidFill>
              </a:rPr>
              <a:t> du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Affichage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nom, image et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Bouton '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 pour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 responsive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adaptée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 mobiles.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prête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ajout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d’un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système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296</Words>
  <Application>Microsoft Office PowerPoint</Application>
  <PresentationFormat>Affichage à l'écran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Projet Web : Boutique Beauté</vt:lpstr>
      <vt:lpstr>Introduction</vt:lpstr>
      <vt:lpstr>Objectifs du projet</vt:lpstr>
      <vt:lpstr>Technologies utilisées</vt:lpstr>
      <vt:lpstr>Structure du site</vt:lpstr>
      <vt:lpstr>Design et esthétique</vt:lpstr>
      <vt:lpstr>Fonctionnalités du site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Web : Boutique Beauté</dc:title>
  <dc:subject/>
  <dc:creator>Mariem Khalfaoui</dc:creator>
  <cp:keywords/>
  <dc:description>generated using python-pptx</dc:description>
  <cp:lastModifiedBy>Mariem Khalfaoui</cp:lastModifiedBy>
  <cp:revision>8</cp:revision>
  <dcterms:created xsi:type="dcterms:W3CDTF">2013-01-27T09:14:16Z</dcterms:created>
  <dcterms:modified xsi:type="dcterms:W3CDTF">2025-11-13T09:54:46Z</dcterms:modified>
  <cp:category/>
</cp:coreProperties>
</file>